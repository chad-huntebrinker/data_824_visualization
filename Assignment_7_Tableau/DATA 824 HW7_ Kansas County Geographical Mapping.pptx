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10/15/2025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DATA821HW7KansasCountyGeographicalMapping_17605746153470/CrimeofKansasCounties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6AC5851E-8D22-4061-A99F-6E052E873B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>
                <a:hlinkClick r:id="rId2"/>
              </a:rPr>
              <a:t>DATA 824 </a:t>
            </a:r>
            <a:r>
              <a:rPr lang="en-us" dirty="0">
                <a:hlinkClick r:id="rId2"/>
              </a:rPr>
              <a:t>HW7: Kansas County Geographical Mapping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097651BB-6580-4429-A2FB-F9F4032143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Created by Chad Huntebrinker on </a:t>
            </a:r>
            <a:r>
              <a:rPr dirty="0"/>
              <a:t>10/16/2025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Crime of Kansas Counties">
            <a:extLst>
              <a:ext uri="{FF2B5EF4-FFF2-40B4-BE49-F238E27FC236}">
                <a16:creationId xmlns:a16="http://schemas.microsoft.com/office/drawing/2014/main" id="{DEE34385-245A-4059-A476-295159E2E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7892"/>
            <a:ext cx="10496939" cy="50222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8F76A24-F05C-7E87-5879-50CB29DEF550}"/>
              </a:ext>
            </a:extLst>
          </p:cNvPr>
          <p:cNvSpPr txBox="1"/>
          <p:nvPr/>
        </p:nvSpPr>
        <p:spPr>
          <a:xfrm>
            <a:off x="9456576" y="1842795"/>
            <a:ext cx="261723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Check to see if there is some sort of correlation between crime rates and population. Looks like Sedgwick has a high crime rate.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Population of Kansas Counties">
            <a:extLst>
              <a:ext uri="{FF2B5EF4-FFF2-40B4-BE49-F238E27FC236}">
                <a16:creationId xmlns:a16="http://schemas.microsoft.com/office/drawing/2014/main" id="{B038AB30-6FBD-478E-9D41-713D13EEF2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17892"/>
            <a:ext cx="9918441" cy="50222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3F47A4E-F8A4-3576-6569-2149B599C610}"/>
              </a:ext>
            </a:extLst>
          </p:cNvPr>
          <p:cNvSpPr txBox="1"/>
          <p:nvPr/>
        </p:nvSpPr>
        <p:spPr>
          <a:xfrm>
            <a:off x="9004041" y="1889449"/>
            <a:ext cx="30231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might be a slight correlation, as Sedgwick and Johnson county are our two most populated counties but Sedwick has a higher crime rate compared to other counties. However, Johnson county has a lower crime rate.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79</Words>
  <Application>Microsoft Office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DATA 824 HW7: Kansas County Geographical Mapping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Chad Huntebrinker</cp:lastModifiedBy>
  <cp:revision>3</cp:revision>
  <dcterms:created xsi:type="dcterms:W3CDTF">2025-10-16T00:31:21Z</dcterms:created>
  <dcterms:modified xsi:type="dcterms:W3CDTF">2025-10-16T01:23:33Z</dcterms:modified>
</cp:coreProperties>
</file>