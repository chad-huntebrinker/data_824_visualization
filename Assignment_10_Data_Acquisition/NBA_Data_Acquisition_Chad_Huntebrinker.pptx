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57" r:id="rId4"/>
    <p:sldId id="258" r:id="rId5"/>
    <p:sldId id="259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6AB3-65B3-F65C-C809-7B2649E97F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Acquiring and Understanding NBA Player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68D4-E30D-D8B5-7FC3-1BB902443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Chad Huntebrinker</a:t>
            </a:r>
          </a:p>
        </p:txBody>
      </p:sp>
    </p:spTree>
    <p:extLst>
      <p:ext uri="{BB962C8B-B14F-4D97-AF65-F5344CB8AC3E}">
        <p14:creationId xmlns:p14="http://schemas.microsoft.com/office/powerpoint/2010/main" val="448922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53322-DBEB-3913-37AB-FBFD78578475}"/>
              </a:ext>
            </a:extLst>
          </p:cNvPr>
          <p:cNvSpPr txBox="1"/>
          <p:nvPr/>
        </p:nvSpPr>
        <p:spPr>
          <a:xfrm>
            <a:off x="560439" y="4404851"/>
            <a:ext cx="80231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demonstrates how to collect and analyze NBA player performance data from the 2023–2024 season.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specifically be going over individual player stats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Source: Basketball Reference</a:t>
            </a:r>
            <a:br>
              <a:rPr lang="en-US" dirty="0"/>
            </a:br>
            <a:r>
              <a:rPr lang="en-US" dirty="0"/>
              <a:t>URL: https://www.basketball-reference.com/leagues/NBA_2024_per_game.html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1E70A-C36C-0961-89BB-A8EDBAE7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3" y="452125"/>
            <a:ext cx="7855974" cy="359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51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the Data Was Collected (Using 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R Packages: </a:t>
            </a:r>
            <a:r>
              <a:rPr dirty="0" err="1"/>
              <a:t>rvest</a:t>
            </a:r>
            <a:r>
              <a:rPr dirty="0"/>
              <a:t>, </a:t>
            </a:r>
            <a:r>
              <a:rPr dirty="0" err="1"/>
              <a:t>dplyr</a:t>
            </a:r>
            <a:endParaRPr dirty="0"/>
          </a:p>
          <a:p>
            <a:endParaRPr dirty="0"/>
          </a:p>
          <a:p>
            <a:r>
              <a:rPr lang="en-US" dirty="0"/>
              <a:t>R</a:t>
            </a:r>
            <a:r>
              <a:rPr dirty="0"/>
              <a:t> Code:</a:t>
            </a:r>
          </a:p>
          <a:p>
            <a:endParaRPr dirty="0"/>
          </a:p>
          <a:p>
            <a:r>
              <a:rPr dirty="0"/>
              <a:t>library(</a:t>
            </a:r>
            <a:r>
              <a:rPr dirty="0" err="1"/>
              <a:t>rvest</a:t>
            </a:r>
            <a:r>
              <a:rPr dirty="0"/>
              <a:t>)</a:t>
            </a:r>
          </a:p>
          <a:p>
            <a:r>
              <a:rPr dirty="0"/>
              <a:t>library(</a:t>
            </a:r>
            <a:r>
              <a:rPr dirty="0" err="1"/>
              <a:t>dplyr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url</a:t>
            </a:r>
            <a:r>
              <a:rPr dirty="0"/>
              <a:t> &lt;- 'https://www.basketball-reference.com/leagues/NBA_2024_per_game.html'</a:t>
            </a:r>
          </a:p>
          <a:p>
            <a:r>
              <a:rPr dirty="0" err="1"/>
              <a:t>nba_stats</a:t>
            </a:r>
            <a:r>
              <a:rPr dirty="0"/>
              <a:t> &lt;- </a:t>
            </a:r>
            <a:r>
              <a:rPr dirty="0" err="1"/>
              <a:t>url</a:t>
            </a:r>
            <a:r>
              <a:rPr dirty="0"/>
              <a:t> %&gt;% </a:t>
            </a:r>
            <a:r>
              <a:rPr dirty="0" err="1"/>
              <a:t>read_html</a:t>
            </a:r>
            <a:r>
              <a:rPr dirty="0"/>
              <a:t>() %&gt;% </a:t>
            </a:r>
            <a:r>
              <a:rPr dirty="0" err="1"/>
              <a:t>html_table</a:t>
            </a:r>
            <a:r>
              <a:rPr dirty="0"/>
              <a:t>() %&gt;% .[[1]]</a:t>
            </a:r>
          </a:p>
          <a:p>
            <a:r>
              <a:rPr dirty="0" err="1"/>
              <a:t>nba_stats</a:t>
            </a:r>
            <a:r>
              <a:rPr dirty="0"/>
              <a:t> &lt;- </a:t>
            </a:r>
            <a:r>
              <a:rPr dirty="0" err="1"/>
              <a:t>nba_stats</a:t>
            </a:r>
            <a:r>
              <a:rPr dirty="0"/>
              <a:t> %&gt;% filter(Player != 'Player')</a:t>
            </a:r>
          </a:p>
          <a:p>
            <a:r>
              <a:rPr dirty="0"/>
              <a:t>head(</a:t>
            </a:r>
            <a:r>
              <a:rPr dirty="0" err="1"/>
              <a:t>nba_stats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Steps:</a:t>
            </a:r>
          </a:p>
          <a:p>
            <a:r>
              <a:rPr dirty="0"/>
              <a:t>1. Read the webpage using </a:t>
            </a:r>
            <a:r>
              <a:rPr dirty="0" err="1"/>
              <a:t>rvest</a:t>
            </a:r>
            <a:r>
              <a:rPr dirty="0"/>
              <a:t>.</a:t>
            </a:r>
          </a:p>
          <a:p>
            <a:r>
              <a:rPr dirty="0"/>
              <a:t>2. Extract and clean the player statistics table.</a:t>
            </a:r>
          </a:p>
          <a:p>
            <a:r>
              <a:rPr dirty="0"/>
              <a:t>3. Save as a data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Source: Basketball Reference</a:t>
            </a:r>
          </a:p>
          <a:p>
            <a:pPr marL="0" indent="0">
              <a:buNone/>
            </a:pPr>
            <a:r>
              <a:rPr dirty="0"/>
              <a:t>• Season: 2023–2024</a:t>
            </a:r>
          </a:p>
          <a:p>
            <a:pPr marL="0" indent="0">
              <a:buNone/>
            </a:pPr>
            <a:r>
              <a:rPr dirty="0"/>
              <a:t>• Observations: </a:t>
            </a:r>
            <a:r>
              <a:rPr lang="en-US" dirty="0"/>
              <a:t>Over </a:t>
            </a:r>
            <a:r>
              <a:rPr dirty="0"/>
              <a:t>500 players</a:t>
            </a:r>
          </a:p>
          <a:p>
            <a:pPr marL="0" indent="0">
              <a:buNone/>
            </a:pPr>
            <a:r>
              <a:rPr dirty="0"/>
              <a:t>• Variables:</a:t>
            </a:r>
            <a:r>
              <a:rPr lang="en-US" dirty="0"/>
              <a:t> 31</a:t>
            </a:r>
            <a:r>
              <a:rPr dirty="0"/>
              <a:t> (</a:t>
            </a:r>
            <a:r>
              <a:rPr lang="en-US" dirty="0"/>
              <a:t>including </a:t>
            </a:r>
            <a:r>
              <a:rPr dirty="0"/>
              <a:t>player name,</a:t>
            </a:r>
            <a:r>
              <a:rPr lang="en-US" dirty="0"/>
              <a:t> position, game </a:t>
            </a:r>
            <a:r>
              <a:rPr dirty="0"/>
              <a:t>stats)</a:t>
            </a:r>
          </a:p>
          <a:p>
            <a:pPr lvl="1"/>
            <a:r>
              <a:rPr dirty="0"/>
              <a:t>Each row = one NBA player’s statistics.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5C8B4-DE67-5DA1-0485-6310C8F0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06248"/>
            <a:ext cx="7944464" cy="1517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Categorical</a:t>
            </a:r>
          </a:p>
          <a:p>
            <a:pPr lvl="1"/>
            <a:r>
              <a:rPr dirty="0"/>
              <a:t>Player</a:t>
            </a:r>
            <a:r>
              <a:rPr lang="en-US" dirty="0"/>
              <a:t>, </a:t>
            </a:r>
            <a:r>
              <a:rPr dirty="0"/>
              <a:t>Pos</a:t>
            </a:r>
            <a:r>
              <a:rPr lang="en-US" dirty="0"/>
              <a:t> (player position), Tm (team abbreviation)</a:t>
            </a:r>
          </a:p>
          <a:p>
            <a:r>
              <a:rPr lang="en-US" dirty="0"/>
              <a:t>Numeric</a:t>
            </a:r>
          </a:p>
          <a:p>
            <a:pPr lvl="1"/>
            <a:r>
              <a:rPr dirty="0"/>
              <a:t>Age</a:t>
            </a:r>
            <a:r>
              <a:rPr lang="en-US" dirty="0"/>
              <a:t>, </a:t>
            </a:r>
            <a:r>
              <a:rPr dirty="0"/>
              <a:t>G</a:t>
            </a:r>
            <a:r>
              <a:rPr lang="en-US" dirty="0"/>
              <a:t> (games played)</a:t>
            </a:r>
            <a:r>
              <a:rPr dirty="0"/>
              <a:t>, GS</a:t>
            </a:r>
            <a:r>
              <a:rPr lang="en-US" dirty="0"/>
              <a:t> (games started)</a:t>
            </a:r>
            <a:r>
              <a:rPr dirty="0"/>
              <a:t>, MP</a:t>
            </a:r>
            <a:r>
              <a:rPr lang="en-US" dirty="0"/>
              <a:t> (minutes played)</a:t>
            </a:r>
            <a:r>
              <a:rPr dirty="0"/>
              <a:t>, PTS</a:t>
            </a:r>
            <a:r>
              <a:rPr lang="en-US" dirty="0"/>
              <a:t> (points)</a:t>
            </a:r>
            <a:r>
              <a:rPr dirty="0"/>
              <a:t>,</a:t>
            </a:r>
            <a:r>
              <a:rPr lang="en-US" dirty="0"/>
              <a:t> etc.</a:t>
            </a:r>
          </a:p>
          <a:p>
            <a:r>
              <a:rPr lang="en-US" dirty="0"/>
              <a:t>Numeric (percentages)</a:t>
            </a:r>
          </a:p>
          <a:p>
            <a:pPr lvl="1"/>
            <a:r>
              <a:rPr dirty="0"/>
              <a:t>FG%</a:t>
            </a:r>
            <a:r>
              <a:rPr lang="en-US" dirty="0"/>
              <a:t> (field goal percentage)</a:t>
            </a:r>
            <a:r>
              <a:rPr dirty="0"/>
              <a:t>, 3P%</a:t>
            </a:r>
            <a:r>
              <a:rPr lang="en-US" dirty="0"/>
              <a:t> (3-point percentage)</a:t>
            </a:r>
            <a:r>
              <a:rPr dirty="0"/>
              <a:t>, FT%</a:t>
            </a:r>
            <a:r>
              <a:rPr lang="en-US" dirty="0"/>
              <a:t> (free throw percentage), etc.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Check missing values:</a:t>
            </a:r>
            <a:endParaRPr lang="en-US" dirty="0"/>
          </a:p>
          <a:p>
            <a:pPr lvl="1"/>
            <a:r>
              <a:rPr dirty="0" err="1"/>
              <a:t>colSums</a:t>
            </a:r>
            <a:r>
              <a:rPr dirty="0"/>
              <a:t>(is.na(</a:t>
            </a:r>
            <a:r>
              <a:rPr dirty="0" err="1"/>
              <a:t>nba_stats</a:t>
            </a:r>
            <a:r>
              <a:rPr dirty="0"/>
              <a:t>))</a:t>
            </a:r>
          </a:p>
          <a:p>
            <a:endParaRPr dirty="0"/>
          </a:p>
          <a:p>
            <a:r>
              <a:rPr dirty="0"/>
              <a:t>Findings:</a:t>
            </a:r>
            <a:endParaRPr lang="en-US" dirty="0"/>
          </a:p>
          <a:p>
            <a:pPr lvl="1"/>
            <a:r>
              <a:rPr dirty="0"/>
              <a:t>Some missing shooting % for players with no attempts.</a:t>
            </a:r>
            <a:endParaRPr lang="en-US" dirty="0"/>
          </a:p>
          <a:p>
            <a:pPr lvl="1"/>
            <a:r>
              <a:rPr dirty="0"/>
              <a:t>Team info missing for traded players.</a:t>
            </a:r>
            <a:endParaRPr lang="en-US" dirty="0"/>
          </a:p>
          <a:p>
            <a:pPr lvl="1"/>
            <a:r>
              <a:rPr dirty="0"/>
              <a:t>Overal</a:t>
            </a:r>
            <a:r>
              <a:rPr lang="en-US" dirty="0"/>
              <a:t>l, very few missing</a:t>
            </a:r>
          </a:p>
          <a:p>
            <a:pPr marL="457200" lvl="1" indent="0">
              <a:buNone/>
            </a:pPr>
            <a:endParaRPr dirty="0"/>
          </a:p>
          <a:p>
            <a:endParaRPr dirty="0"/>
          </a:p>
          <a:p>
            <a:r>
              <a:rPr dirty="0"/>
              <a:t>Solution:</a:t>
            </a:r>
            <a:endParaRPr lang="en-US" dirty="0"/>
          </a:p>
          <a:p>
            <a:pPr lvl="1"/>
            <a:r>
              <a:rPr dirty="0"/>
              <a:t>Replace numeric NA with 0, retain all rows.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F8375-0CC5-1FE8-3AAF-FC349A78D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80" y="4328251"/>
            <a:ext cx="8485239" cy="721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Privacy, Security,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Publicly available sports statistics</a:t>
            </a:r>
          </a:p>
          <a:p>
            <a:pPr marL="0" indent="0">
              <a:buNone/>
            </a:pPr>
            <a:r>
              <a:rPr dirty="0"/>
              <a:t>• No personal or sensitive data</a:t>
            </a:r>
          </a:p>
          <a:p>
            <a:pPr marL="0" indent="0">
              <a:buNone/>
            </a:pPr>
            <a:r>
              <a:rPr dirty="0"/>
              <a:t>• Ethical for research and analysis</a:t>
            </a:r>
          </a:p>
          <a:p>
            <a:pPr marL="0" indent="0">
              <a:buNone/>
            </a:pPr>
            <a:r>
              <a:rPr dirty="0"/>
              <a:t>• Data collected legally and responsibly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Correlation between points and assists: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dirty="0" err="1"/>
              <a:t>cor</a:t>
            </a:r>
            <a:r>
              <a:rPr dirty="0"/>
              <a:t>(</a:t>
            </a:r>
            <a:r>
              <a:rPr dirty="0" err="1"/>
              <a:t>nba_stats$PTS</a:t>
            </a:r>
            <a:r>
              <a:rPr dirty="0"/>
              <a:t>, </a:t>
            </a:r>
            <a:r>
              <a:rPr dirty="0" err="1"/>
              <a:t>nba_stats$AST</a:t>
            </a:r>
            <a:r>
              <a:rPr dirty="0"/>
              <a:t>, use='</a:t>
            </a:r>
            <a:r>
              <a:rPr dirty="0" err="1"/>
              <a:t>complete.obs</a:t>
            </a:r>
            <a:r>
              <a:rPr dirty="0"/>
              <a:t>')</a:t>
            </a: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Average points by position: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dirty="0" err="1"/>
              <a:t>nba_stats</a:t>
            </a:r>
            <a:r>
              <a:rPr dirty="0"/>
              <a:t> %&gt;% </a:t>
            </a:r>
            <a:r>
              <a:rPr dirty="0" err="1"/>
              <a:t>group_by</a:t>
            </a:r>
            <a:r>
              <a:rPr dirty="0"/>
              <a:t>(Pos) %&gt;% </a:t>
            </a:r>
            <a:r>
              <a:rPr dirty="0" err="1"/>
              <a:t>summarise</a:t>
            </a:r>
            <a:r>
              <a:rPr dirty="0"/>
              <a:t>(</a:t>
            </a:r>
            <a:r>
              <a:rPr dirty="0" err="1"/>
              <a:t>mean_pts</a:t>
            </a:r>
            <a:r>
              <a:rPr dirty="0"/>
              <a:t> = mean(PTS, na.rm = TRUE))</a:t>
            </a: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Insights: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dirty="0"/>
              <a:t>Guards have higher assists.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dirty="0"/>
              <a:t>Forwards/Centers lead in rebounds and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445</Words>
  <Application>Microsoft Office PowerPoint</Application>
  <PresentationFormat>On-screen Show (4:3)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Acquiring and Understanding NBA Player Data</vt:lpstr>
      <vt:lpstr>PowerPoint Presentation</vt:lpstr>
      <vt:lpstr>How the Data Was Collected (Using R)</vt:lpstr>
      <vt:lpstr>Dataset Description</vt:lpstr>
      <vt:lpstr>Variable Types</vt:lpstr>
      <vt:lpstr>Handling Missing Data</vt:lpstr>
      <vt:lpstr>Privacy, Security, and Ethics</vt:lpstr>
      <vt:lpstr>Example Analyses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Chad Huntebrinker</cp:lastModifiedBy>
  <cp:revision>11</cp:revision>
  <dcterms:created xsi:type="dcterms:W3CDTF">2013-01-27T09:14:16Z</dcterms:created>
  <dcterms:modified xsi:type="dcterms:W3CDTF">2025-10-27T23:14:32Z</dcterms:modified>
  <cp:category/>
</cp:coreProperties>
</file>